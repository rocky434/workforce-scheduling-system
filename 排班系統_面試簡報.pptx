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3a1235fee246e6" /><Relationship Type="http://schemas.openxmlformats.org/officeDocument/2006/relationships/extended-properties" Target="/docProps/app.xml" Id="R13c4be0a37b1473e" /><Relationship Type="http://schemas.openxmlformats.org/officeDocument/2006/relationships/officeDocument" Target="/ppt/presentation.xml" Id="R0f059be49af94f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72163fd1446d9"/>
  </p:sldMasterIdLst>
  <p:notesMasterIdLst>
    <p:notesMasterId xmlns:r="http://schemas.openxmlformats.org/officeDocument/2006/relationships" r:id="Ra33ecf66c2f64b58"/>
  </p:notesMasterIdLst>
  <p:sldIdLst>
    <p:sldId xmlns:r="http://schemas.openxmlformats.org/officeDocument/2006/relationships" id="256" r:id="Rfe59e0cdaf324b24"/>
    <p:sldId xmlns:r="http://schemas.openxmlformats.org/officeDocument/2006/relationships" id="257" r:id="R526663e3596b461c"/>
    <p:sldId xmlns:r="http://schemas.openxmlformats.org/officeDocument/2006/relationships" id="258" r:id="Rde568c5efc934c79"/>
    <p:sldId xmlns:r="http://schemas.openxmlformats.org/officeDocument/2006/relationships" id="259" r:id="R4a805d370af345ff"/>
    <p:sldId xmlns:r="http://schemas.openxmlformats.org/officeDocument/2006/relationships" id="260" r:id="Rd97ae0c515c34eb9"/>
    <p:sldId xmlns:r="http://schemas.openxmlformats.org/officeDocument/2006/relationships" id="261" r:id="R1be271b1fa474cd8"/>
    <p:sldId xmlns:r="http://schemas.openxmlformats.org/officeDocument/2006/relationships" id="262" r:id="Rccb919c9ec0e4415"/>
    <p:sldId xmlns:r="http://schemas.openxmlformats.org/officeDocument/2006/relationships" id="263" r:id="Rc396733fa5104c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1312ae636144a1" /><Relationship Type="http://schemas.openxmlformats.org/officeDocument/2006/relationships/slideMaster" Target="/ppt/slideMasters/slideMaster1.xml" Id="R6eb72163fd1446d9" /><Relationship Type="http://schemas.openxmlformats.org/officeDocument/2006/relationships/notesMaster" Target="/ppt/notesMasters/notesMaster1.xml" Id="Ra33ecf66c2f64b58" /><Relationship Type="http://schemas.openxmlformats.org/officeDocument/2006/relationships/presProps" Target="/ppt/presProps.xml" Id="Re99a684ad4ab42a7" /><Relationship Type="http://schemas.openxmlformats.org/officeDocument/2006/relationships/tableStyles" Target="/ppt/tableStyles.xml" Id="R90dd22c1a8af4c98" /><Relationship Type="http://schemas.openxmlformats.org/officeDocument/2006/relationships/slide" Target="/ppt/slides/slide1.xml" Id="Rfe59e0cdaf324b24" /><Relationship Type="http://schemas.openxmlformats.org/officeDocument/2006/relationships/slide" Target="/ppt/slides/slide2.xml" Id="R526663e3596b461c" /><Relationship Type="http://schemas.openxmlformats.org/officeDocument/2006/relationships/slide" Target="/ppt/slides/slide3.xml" Id="Rde568c5efc934c79" /><Relationship Type="http://schemas.openxmlformats.org/officeDocument/2006/relationships/slide" Target="/ppt/slides/slide4.xml" Id="R4a805d370af345ff" /><Relationship Type="http://schemas.openxmlformats.org/officeDocument/2006/relationships/slide" Target="/ppt/slides/slide5.xml" Id="Rd97ae0c515c34eb9" /><Relationship Type="http://schemas.openxmlformats.org/officeDocument/2006/relationships/slide" Target="/ppt/slides/slide6.xml" Id="R1be271b1fa474cd8" /><Relationship Type="http://schemas.openxmlformats.org/officeDocument/2006/relationships/slide" Target="/ppt/slides/slide7.xml" Id="Rccb919c9ec0e4415" /><Relationship Type="http://schemas.openxmlformats.org/officeDocument/2006/relationships/slide" Target="/ppt/slides/slide8.xml" Id="Rc396733fa510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cd7660a7b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a4b53af8d4b51" /><Relationship Type="http://schemas.openxmlformats.org/officeDocument/2006/relationships/notesMaster" Target="/ppt/notesMasters/notesMaster1.xml" Id="R63bc51ec4607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72907173245b7" /><Relationship Type="http://schemas.openxmlformats.org/officeDocument/2006/relationships/notesMaster" Target="/ppt/notesMasters/notesMaster1.xml" Id="R6bb2ca8370f0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2896144c5746a6" /><Relationship Type="http://schemas.openxmlformats.org/officeDocument/2006/relationships/notesMaster" Target="/ppt/notesMasters/notesMaster1.xml" Id="Rbe7c8e52c51a45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332a818ad4cce" /><Relationship Type="http://schemas.openxmlformats.org/officeDocument/2006/relationships/notesMaster" Target="/ppt/notesMasters/notesMaster1.xml" Id="Rc2976fae91c840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39a659d094bf5" /><Relationship Type="http://schemas.openxmlformats.org/officeDocument/2006/relationships/notesMaster" Target="/ppt/notesMasters/notesMaster1.xml" Id="Re1ea48b0bd33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aa7d79b8b146a0" /><Relationship Type="http://schemas.openxmlformats.org/officeDocument/2006/relationships/notesMaster" Target="/ppt/notesMasters/notesMaster1.xml" Id="Ra7f9a7dcdda6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a2743b6f154840" /><Relationship Type="http://schemas.openxmlformats.org/officeDocument/2006/relationships/notesMaster" Target="/ppt/notesMasters/notesMaster1.xml" Id="Rdab49c9d4cbd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940af730a842ce" /><Relationship Type="http://schemas.openxmlformats.org/officeDocument/2006/relationships/notesMaster" Target="/ppt/notesMasters/notesMaster1.xml" Id="Rdb7425b2f84e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簡報目的：用 7 張投影片說清楚系統架構、核心規則與工程取捨。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面試說法：先從使用者需求切入，再連到技術設計。系統刻意把規則放在後端做最後防線。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面試說法：前端負責體驗，後端負責可信規則，資料庫負責一致性與查詢效率。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面試追問重點：前端的 disabled 只是 UX，不能取代後端交易與資料庫約束。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面試說法：前端 guard 讓使用者體驗清楚，後端 security 才是真正的授權邊界。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面試說法：外部 API 只在整合層處理，業務層只依賴 calendar_days，降低耦合並方便測試。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面試說法：把商業規則集中在 service，測試可以直接驗證，不需要每次都透過瀏覽器操作。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結尾說法：這個作品的重點不是功能很多，而是把容易出錯的規則放在正確的層級並可被驗證。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4bca97dc5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d0d1251054d41" /><Relationship Type="http://schemas.openxmlformats.org/officeDocument/2006/relationships/slideLayout" Target="/ppt/slideLayouts/slideLayout1.xml" Id="R72a219ac7182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219ac7182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f915f910a41cd" /><Relationship Type="http://schemas.openxmlformats.org/officeDocument/2006/relationships/notesSlide" Target="/ppt/notesSlides/notesSlide1.xml" Id="R74aeb4ded69e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f1a6a5d8d473f" /><Relationship Type="http://schemas.openxmlformats.org/officeDocument/2006/relationships/notesSlide" Target="/ppt/notesSlides/notesSlide2.xml" Id="R9e58791cddcd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bff08eb544819" /><Relationship Type="http://schemas.openxmlformats.org/officeDocument/2006/relationships/notesSlide" Target="/ppt/notesSlides/notesSlide3.xml" Id="Rf8ac333000b74b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0a7740f5e443a" /><Relationship Type="http://schemas.openxmlformats.org/officeDocument/2006/relationships/notesSlide" Target="/ppt/notesSlides/notesSlide4.xml" Id="Rc739b245c0fd4f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68f0cea37419d" /><Relationship Type="http://schemas.openxmlformats.org/officeDocument/2006/relationships/notesSlide" Target="/ppt/notesSlides/notesSlide5.xml" Id="R73d96bf5dd994c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c50e885f44d72" /><Relationship Type="http://schemas.openxmlformats.org/officeDocument/2006/relationships/notesSlide" Target="/ppt/notesSlides/notesSlide6.xml" Id="R1e26e686c68a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0b673011c42dd" /><Relationship Type="http://schemas.openxmlformats.org/officeDocument/2006/relationships/notesSlide" Target="/ppt/notesSlides/notesSlide7.xml" Id="Rce68f2485faa47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0cb7dd864f21" /><Relationship Type="http://schemas.openxmlformats.org/officeDocument/2006/relationships/notesSlide" Target="/ppt/notesSlides/notesSlide8.xml" Id="R4813881d31a34e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A1CA5-D54D-4F9F-9C57-DD3F05D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396A3-AAEC-403D-89B2-7EF2F51C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62000"/>
            <a:ext cx="2476500" cy="5334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6E545-90C5-4DC5-842F-147A8D4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排班系統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1D0B6-3214-4807-9867-AD5FFE0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E7F2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BDE7F2"/>
                </a:solidFill>
                <a:latin typeface="Aptos"/>
                <a:ea typeface="Aptos"/>
                <a:cs typeface="Aptos"/>
              </a:rPr>
              <a:t>技術設計與實作重點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E29AF-6A4D-44EF-B2BA-EE0410E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8F8E9-1440-4217-B6F3-ABC88EE3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F2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F2F2"/>
                </a:solidFill>
                <a:latin typeface="Aptos"/>
                <a:ea typeface="Aptos"/>
                <a:cs typeface="Aptos"/>
              </a:rPr>
              <a:t>Vue 3 × Spring Boot × PostgreSQL</a:t>
            </a:r>
          </a:p>
        </p:txBody>
      </p:sp>
    </p:spTree>
    <p:extLst>
      <p:ext uri="{BB962C8B-B14F-4D97-AF65-F5344CB8AC3E}">
        <p14:creationId xmlns:p14="http://schemas.microsoft.com/office/powerpoint/2010/main" val="1241585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27F66-393D-4359-8378-D9014BD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96C4F-069D-48DB-AC86-988AE3FF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專案目標與使用者流程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027CD-6CBF-4038-8620-92E7C1C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A6B80-0F21-49F0-8F79-10D40BA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把「次月可排班」變成可控、可追蹤的流程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A71FC-C942-4033-95E4-377930F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2333F-B327-4DC1-BC0A-5FCD3E8B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E39B4-5E6E-476D-A1C4-C25A6DC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員工登入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1A5F1-730E-43C3-8CE1-4409FABE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JWT 驗證身份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9DFEB-AA59-4B36-90FC-01EC58B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861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976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ACA0E-4B5D-41D4-A1BB-73D151BB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6644C-8C67-4ACE-A8A3-30F7524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D5C93-CA00-4817-A891-8978C045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查看可排日期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CB7C7-280A-4018-833D-4EBD3BF3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週末與國定假日不可排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7DD72-D3C2-4FFA-A92C-75500643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861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976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9A9D3-69EE-4D0E-86F8-8E9495CF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AFDD9-E7EB-4D8C-BA5B-AAD76B8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6237E-553D-4A3F-8E0B-84236F93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提交 6–15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10E2B-FE0F-4A35-BB10-26F8728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前端提示、後端再驗證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46E3C-8E95-48FA-ABB1-E294BE1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976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596E8-1789-4060-B6E9-57A83B9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266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6E01C-DD18-43D5-B6B1-30CD5BB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225B1-C5F1-49D7-AD4D-B1589151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老闆檢視總覽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D4E0D-8315-4380-8890-FE11B10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月／年統計與排名</a:t>
            </a:r>
          </a:p>
        </p:txBody>
      </p:sp>
    </p:spTree>
    <p:extLst>
      <p:ext uri="{BB962C8B-B14F-4D97-AF65-F5344CB8AC3E}">
        <p14:creationId xmlns:p14="http://schemas.microsoft.com/office/powerpoint/2010/main" val="1170159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77785-2897-49B7-8363-DB3774F3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02775-122E-45BE-B1B1-6546A386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整體架構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C4902-1AF1-4E67-AA17-E9742FA2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0573B-E3EE-4DA9-95FD-7446DC88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前後端分離，讓畫面、商業規則與資料持久化各自負責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C6342-2941-4245-A631-67663C2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0F3D9-4026-4CE7-985A-F0F3349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Vue 3 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6B988-0F9F-4253-9DDC-C8CF982D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TypeScript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Vue Router + Pinia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Axios API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5D8AB-AA14-4D16-8827-E1097EA4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68B18-C434-4313-99B3-A01A50ED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Spring Boot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1A6B5-8489-4138-9B3D-7C5358F3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95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Controller / Service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Spring Security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+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0D4DC-5528-4188-8249-9AF7D965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54B07-D908-44F1-86A8-A47F0DC2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B6E35-7B45-40F2-972F-574465E7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JPA Repository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Flyway migration</a:t>
            </a:r>
          </a:p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Unique constraints +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4A412-3061-4A99-B024-5B64089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976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8FE7F-1EC8-4195-979F-4970B70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976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C8BF4-83F0-4A90-8B8C-BE9007F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6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76D2"/>
                </a:solidFill>
                <a:latin typeface="Aptos"/>
                <a:ea typeface="Aptos"/>
                <a:cs typeface="Aptos"/>
              </a:rPr>
              <a:t>Bearer 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E2932-E720-4C82-8C17-1AB34213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76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76D2"/>
                </a:solidFill>
                <a:latin typeface="Aptos"/>
                <a:ea typeface="Aptos"/>
                <a:cs typeface="Aptos"/>
              </a:rPr>
              <a:t>SQL / JPA</a:t>
            </a:r>
          </a:p>
        </p:txBody>
      </p:sp>
    </p:spTree>
    <p:extLst>
      <p:ext uri="{BB962C8B-B14F-4D97-AF65-F5344CB8AC3E}">
        <p14:creationId xmlns:p14="http://schemas.microsoft.com/office/powerpoint/2010/main" val="414537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64CCD-4E15-4931-BBF8-97D1AA2D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F1A95-BA6B-4682-89C8-AE4336B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核心規則：排班不是單純 CRUD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B8203-870D-4883-B7BB-6645AC3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9FBDC-E7F9-4A6F-961F-F3D7673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同一個日期最多兩名員工，競態條件要在交易內解決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1CE49-FEF8-4A3B-987F-7F018695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0B018-D4C1-4DC7-A9C9-367AC60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提交班表時的後端流程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90509-A03B-4828-A036-0F5D011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1  驗證月份與天數範圍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2  檢查 calendar_days 是否可排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3  以交易鎖定並計算當日人數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4  通過才寫入 schedule_entries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A088D-796A-447F-B9EB-DC934173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DBB75-EA10-4B10-9CC7-4A40DA17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資料庫保護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CEBBB-DEA4-435B-B001-889BE3E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UNIQUE(employee_id, work_date)</a:t>
            </a:r>
          </a:p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避免同一員工重複排同一天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idx_schedule_work_date</a:t>
            </a:r>
          </a:p>
          <a:p xmlns:a="http://schemas.openxmlformats.org/drawingml/2006/main">
            <a:pPr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加速月曆與統計查詢</a:t>
            </a:r>
          </a:p>
        </p:txBody>
      </p:sp>
    </p:spTree>
    <p:extLst>
      <p:ext uri="{BB962C8B-B14F-4D97-AF65-F5344CB8AC3E}">
        <p14:creationId xmlns:p14="http://schemas.microsoft.com/office/powerpoint/2010/main" val="1736541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099BD-1A8A-4453-A14C-E74AC898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93C6D-299E-4B22-BB0D-0AAFB5E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權限與狀態管理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2DC7B-EDB4-4693-83AE-5DAD57C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7E943-2D9C-432B-9B6E-428A194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JWT + Route Guard 形成兩層保護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E59B5-6305-48A7-BED4-8DBCF9E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095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F681B-9AB5-49ED-8EBC-6B3F3E07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前端：導航層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98FC8-68D5-4CB5-818A-EC8C0B8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localStorage 保存 token / user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Axios interceptor 自動帶 Bearer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router.beforeEach 檢查登入與 role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OWNER → /dashboard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EMPLOYEE → /schedule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1241A-1257-4C33-A243-48DCF2F9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95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F8891-6F3C-49BD-9E6D-7364873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後端：API 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D1FC9-2F18-4291-9499-8BCDB6DC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Spring Security 驗證 JWT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角色限制員工與老闆 API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擋非法輸入</a:t>
            </a:r>
          </a:p>
          <a:p xmlns:a="http://schemas.openxmlformats.org/drawingml/2006/main">
            <a:pPr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ApiExceptionHandler 統一錯誤格式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1CD23-E94A-44AA-88D9-E3EBE8B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6000B-5488-4009-B4C1-1A8C7D14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不能只相信前端</a:t>
            </a:r>
          </a:p>
        </p:txBody>
      </p:sp>
    </p:spTree>
    <p:extLst>
      <p:ext uri="{BB962C8B-B14F-4D97-AF65-F5344CB8AC3E}">
        <p14:creationId xmlns:p14="http://schemas.microsoft.com/office/powerpoint/2010/main" val="1452356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AB905-B267-4CB0-AD5F-28971E48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8278E-BC21-4417-8931-2B48DAEC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國定假日與資料生命週期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C6521-9700-47E2-91AE-2EFCB76D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BD9C9-BCDE-4EAB-A3CC-A5E51C5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把外部日曆資料轉成內部可查詢的規則資料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F5A67-869C-45FE-B5C5-3C568362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5C3C3-1573-4719-95AE-9A59017C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外部來源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64FE3-8BF7-44E9-882A-E14C1FB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NtpcHolidayClient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52C92-09A7-4BB6-9104-37E4A75B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取得假日資料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7A61A-FBE9-4546-9D76-107CDF70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1E745-7143-48BF-A21D-0373C51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4AEA6-A41A-43FD-B054-07A50728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初始化 / 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7F15B-D12B-401F-8BC9-A1090F5C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HolidayCalendarInitializer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5B83B-190B-43BB-9467-4BA1C9B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寫入 calendar_days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978A7-97F9-4705-99F3-9C921BC4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2F228-AC86-4F59-BEE8-57F905A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2800C-140A-48C1-9CE7-F06DE38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業務判斷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C8E9C-3932-4C83-8F28-4D4F37BC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ScheduleService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1E00F-093B-4685-BB7D-DFC18BC7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依 schedulable 擋排班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9C277-D709-42CB-BAB7-61D4712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290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E1C21-ECD9-4C13-AE56-1BF65F6C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98EB1-A09B-42CC-A31B-06ED26AD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畫面呈現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5F131-2436-4031-9269-2293C6B8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ScheduleView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F671B-E084-4DDB-BE33-60637B53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38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顯示假日名稱與狀態</a:t>
            </a:r>
          </a:p>
        </p:txBody>
      </p:sp>
    </p:spTree>
    <p:extLst>
      <p:ext uri="{BB962C8B-B14F-4D97-AF65-F5344CB8AC3E}">
        <p14:creationId xmlns:p14="http://schemas.microsoft.com/office/powerpoint/2010/main" val="1503761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EFD09-4005-4B06-B0E4-26F7BED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ADDCD-A6B1-4BEF-B33D-49EB0945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測試與可維護性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21034-8D64-450D-9F3B-63169E9E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44758-5D72-4DAF-BF8E-E02C3496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測試覆蓋最容易出錯的規則，而不是只測 happy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B6763-59FB-45EE-B26C-5E29468A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AF5AE-BDB4-4C76-8BAC-B8F198E0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後端單元測試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C80B5-772D-4A5F-B65A-84F9216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ScheduleServiceTest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涵蓋天數範圍、假日、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容量與重複排班規則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7507C-B36A-4D6E-9324-EED80EE7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C4B04-15B9-46F5-85FC-AAFE619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Controller 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782BB-A2ED-4B8D-A77E-5B8325E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OwnerReportControllerTest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驗證查詢結果與角色邊界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4A2E3-48C8-4EF2-BDB9-EF6F42D8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C627B-71D1-4589-B94B-3161A22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9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建置驗證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6CD77-8B05-47ED-B8EB-04BC6696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Vue type-check + Vite build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Maven test</a:t>
            </a:r>
          </a:p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Flyway migration 可重現</a:t>
            </a:r>
          </a:p>
        </p:txBody>
      </p:sp>
    </p:spTree>
    <p:extLst>
      <p:ext uri="{BB962C8B-B14F-4D97-AF65-F5344CB8AC3E}">
        <p14:creationId xmlns:p14="http://schemas.microsoft.com/office/powerpoint/2010/main" val="647205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1540A-0C2F-4EEF-8B25-6188E03B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面試作品解說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0AEA-52AC-4242-8969-D26E83DE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面試總結：我在這個專案展示的能力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0068-5BE8-4E0B-8839-23903F2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D6C7A-F372-4B21-8C69-4F6D4A8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從需求拆解，到一致性、安全性與可維護性的完整思考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10DA9-5E6C-4498-BB08-732A345C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架構設計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57EB7-CEAB-432D-8AD7-C718ABB3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B3F0A-5067-4112-80A0-721269C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前後端分離，責任清楚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C27CE-7805-43EB-81F3-1F04E50B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資料一致性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7AD84-C8CA-4C1A-A335-4D48367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3973E-FBFE-404C-A981-36A73E8D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交易鎖、unique constraint、index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04CE4-500F-4F2F-85AF-AD5E107E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安全性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F689F-2065-4CB6-806A-3998009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766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F37C4-7F35-4681-B843-B128EF9A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JWT 驗證與角色授權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577F3-B540-47D2-9BA6-1C54585F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工程品質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60439-4560-4C11-AB90-A5A03FF4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19B1C-77CC-4CEC-8B85-E8EAEE76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910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migration、例外處理、測試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A861A-4FF7-496F-AF51-F0A6EBE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可以延伸的下一步：部署到雲端、加入審核流程、補上 E2E 測試與操作紀錄</a:t>
            </a:r>
          </a:p>
        </p:txBody>
      </p:sp>
    </p:spTree>
    <p:extLst>
      <p:ext uri="{BB962C8B-B14F-4D97-AF65-F5344CB8AC3E}">
        <p14:creationId xmlns:p14="http://schemas.microsoft.com/office/powerpoint/2010/main" val="2054856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2026-09-15T06:18:38.7320000Z</dcterms:created>
  <dcterms:modified xsi:type="dcterms:W3CDTF">2026-09-15T06:18:38.7320000Z</dcterms:modified>
</coreProperties>
</file>