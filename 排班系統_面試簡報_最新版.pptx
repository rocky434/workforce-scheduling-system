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ede3888b74c11" /><Relationship Type="http://schemas.openxmlformats.org/officeDocument/2006/relationships/extended-properties" Target="/docProps/app.xml" Id="R3b36aa5a2a484d80" /><Relationship Type="http://schemas.openxmlformats.org/officeDocument/2006/relationships/officeDocument" Target="/ppt/presentation.xml" Id="R670c859f281c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eb44a45b94fd0"/>
  </p:sldMasterIdLst>
  <p:notesMasterIdLst>
    <p:notesMasterId xmlns:r="http://schemas.openxmlformats.org/officeDocument/2006/relationships" r:id="R761aac71eb65417d"/>
  </p:notesMasterIdLst>
  <p:sldIdLst>
    <p:sldId xmlns:r="http://schemas.openxmlformats.org/officeDocument/2006/relationships" id="256" r:id="Rde46fbb45db1406b"/>
    <p:sldId xmlns:r="http://schemas.openxmlformats.org/officeDocument/2006/relationships" id="257" r:id="Ra31a871e2158498c"/>
    <p:sldId xmlns:r="http://schemas.openxmlformats.org/officeDocument/2006/relationships" id="258" r:id="R6c1be636900748b2"/>
    <p:sldId xmlns:r="http://schemas.openxmlformats.org/officeDocument/2006/relationships" id="259" r:id="R86f7f2d4647d49a1"/>
    <p:sldId xmlns:r="http://schemas.openxmlformats.org/officeDocument/2006/relationships" id="260" r:id="Ra8d684008a4941dd"/>
    <p:sldId xmlns:r="http://schemas.openxmlformats.org/officeDocument/2006/relationships" id="261" r:id="R67711e3439ff4489"/>
    <p:sldId xmlns:r="http://schemas.openxmlformats.org/officeDocument/2006/relationships" id="262" r:id="Rda4e1b94db9a43f2"/>
    <p:sldId xmlns:r="http://schemas.openxmlformats.org/officeDocument/2006/relationships" id="263" r:id="R15f574e0b50d41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52f220d5741ec" /><Relationship Type="http://schemas.openxmlformats.org/officeDocument/2006/relationships/slideMaster" Target="/ppt/slideMasters/slideMaster1.xml" Id="Reabeb44a45b94fd0" /><Relationship Type="http://schemas.openxmlformats.org/officeDocument/2006/relationships/notesMaster" Target="/ppt/notesMasters/notesMaster1.xml" Id="R761aac71eb65417d" /><Relationship Type="http://schemas.openxmlformats.org/officeDocument/2006/relationships/presProps" Target="/ppt/presProps.xml" Id="R9cacef683f4a4166" /><Relationship Type="http://schemas.openxmlformats.org/officeDocument/2006/relationships/tableStyles" Target="/ppt/tableStyles.xml" Id="R064fa61e89484445" /><Relationship Type="http://schemas.openxmlformats.org/officeDocument/2006/relationships/slide" Target="/ppt/slides/slide1.xml" Id="Rde46fbb45db1406b" /><Relationship Type="http://schemas.openxmlformats.org/officeDocument/2006/relationships/slide" Target="/ppt/slides/slide2.xml" Id="Ra31a871e2158498c" /><Relationship Type="http://schemas.openxmlformats.org/officeDocument/2006/relationships/slide" Target="/ppt/slides/slide3.xml" Id="R6c1be636900748b2" /><Relationship Type="http://schemas.openxmlformats.org/officeDocument/2006/relationships/slide" Target="/ppt/slides/slide4.xml" Id="R86f7f2d4647d49a1" /><Relationship Type="http://schemas.openxmlformats.org/officeDocument/2006/relationships/slide" Target="/ppt/slides/slide5.xml" Id="Ra8d684008a4941dd" /><Relationship Type="http://schemas.openxmlformats.org/officeDocument/2006/relationships/slide" Target="/ppt/slides/slide6.xml" Id="R67711e3439ff4489" /><Relationship Type="http://schemas.openxmlformats.org/officeDocument/2006/relationships/slide" Target="/ppt/slides/slide7.xml" Id="Rda4e1b94db9a43f2" /><Relationship Type="http://schemas.openxmlformats.org/officeDocument/2006/relationships/slide" Target="/ppt/slides/slide8.xml" Id="R15f574e0b50d41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a3d21b13b47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858d5009d499d" /><Relationship Type="http://schemas.openxmlformats.org/officeDocument/2006/relationships/notesMaster" Target="/ppt/notesMasters/notesMaster1.xml" Id="R88c529a50cc341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909983d244afb" /><Relationship Type="http://schemas.openxmlformats.org/officeDocument/2006/relationships/notesMaster" Target="/ppt/notesMasters/notesMaster1.xml" Id="R115ccdefa52f47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d66eb75964410" /><Relationship Type="http://schemas.openxmlformats.org/officeDocument/2006/relationships/notesMaster" Target="/ppt/notesMasters/notesMaster1.xml" Id="R10f7670714ec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7acb45924547b4" /><Relationship Type="http://schemas.openxmlformats.org/officeDocument/2006/relationships/notesMaster" Target="/ppt/notesMasters/notesMaster1.xml" Id="Rf55aad163b19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1d6f1b3df24561" /><Relationship Type="http://schemas.openxmlformats.org/officeDocument/2006/relationships/notesMaster" Target="/ppt/notesMasters/notesMaster1.xml" Id="R70c07e756577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05aa521b747fa" /><Relationship Type="http://schemas.openxmlformats.org/officeDocument/2006/relationships/notesMaster" Target="/ppt/notesMasters/notesMaster1.xml" Id="Rcb64637bec3a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a6b052ac724359" /><Relationship Type="http://schemas.openxmlformats.org/officeDocument/2006/relationships/notesMaster" Target="/ppt/notesMasters/notesMaster1.xml" Id="R140d474ab8fb4e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57b80de5194bdf" /><Relationship Type="http://schemas.openxmlformats.org/officeDocument/2006/relationships/notesMaster" Target="/ppt/notesMasters/notesMaster1.xml" Id="Rd188045cb69246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簡報目的：用 7 張投影片說清楚系統架構、核心規則與工程取捨。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面試說法：先從使用者需求切入，再連到技術設計。系統刻意把規則放在後端做最後防線。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面試說法：前端負責體驗，後端負責可信規則，資料庫負責一致性與查詢效率。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面試追問重點：前端的 disabled 只是 UX，不能取代後端交易與資料庫約束。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面試說法：前端 guard 讓使用者體驗清楚，後端 security 才是真正的授權邊界。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面試說法：外部 API 只在整合層處理，業務層只依賴 calendar_days，降低耦合並方便測試。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面試說法：把商業規則集中在 service，測試可以直接驗證，不需要每次都透過瀏覽器操作。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結尾說法：這個作品的重點不是功能很多，而是把容易出錯的規則放在正確的層級並可被驗證。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a3554832b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2c7b1364464169" /><Relationship Type="http://schemas.openxmlformats.org/officeDocument/2006/relationships/slideLayout" Target="/ppt/slideLayouts/slideLayout1.xml" Id="R2b404347bb994d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404347bb994d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14eca47dd4e84" /><Relationship Type="http://schemas.openxmlformats.org/officeDocument/2006/relationships/notesSlide" Target="/ppt/notesSlides/notesSlide1.xml" Id="R79e88968ce0c4b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31ce4899a40b6" /><Relationship Type="http://schemas.openxmlformats.org/officeDocument/2006/relationships/notesSlide" Target="/ppt/notesSlides/notesSlide2.xml" Id="Rbb3c1c10044b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2ae7f34ec4b87" /><Relationship Type="http://schemas.openxmlformats.org/officeDocument/2006/relationships/notesSlide" Target="/ppt/notesSlides/notesSlide3.xml" Id="Rab1fda8c578f49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23008143d4aa3" /><Relationship Type="http://schemas.openxmlformats.org/officeDocument/2006/relationships/notesSlide" Target="/ppt/notesSlides/notesSlide4.xml" Id="R94ce4f30e798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facd7351b41a2" /><Relationship Type="http://schemas.openxmlformats.org/officeDocument/2006/relationships/notesSlide" Target="/ppt/notesSlides/notesSlide5.xml" Id="R7649e503038241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113bb5f8048c9" /><Relationship Type="http://schemas.openxmlformats.org/officeDocument/2006/relationships/notesSlide" Target="/ppt/notesSlides/notesSlide6.xml" Id="R3f5d4f4e9a474a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6a5b714f94a8d" /><Relationship Type="http://schemas.openxmlformats.org/officeDocument/2006/relationships/notesSlide" Target="/ppt/notesSlides/notesSlide7.xml" Id="R241d8a48e65c4e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27c1502714295" /><Relationship Type="http://schemas.openxmlformats.org/officeDocument/2006/relationships/notesSlide" Target="/ppt/notesSlides/notesSlide8.xml" Id="Re67abc25bd804e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96A1B-1CFB-4050-BFE9-808DF84B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CA41E-71B9-4BA6-933C-729A34C3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62000"/>
            <a:ext cx="2476500" cy="5334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86FD6-FC41-46EC-862A-AF440DFF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排班系統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A585B-5C3D-4CA8-BBA3-4ECF670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E7F2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BDE7F2"/>
                </a:solidFill>
                <a:latin typeface="Aptos"/>
                <a:ea typeface="Aptos"/>
                <a:cs typeface="Aptos"/>
              </a:rPr>
              <a:t>技術設計與實作重點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A5B5D-937B-49C0-8459-34213238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9E90F-71B5-45A8-9291-B121DE33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F2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F2F2"/>
                </a:solidFill>
                <a:latin typeface="Aptos"/>
                <a:ea typeface="Aptos"/>
                <a:cs typeface="Aptos"/>
              </a:rPr>
              <a:t>Vue 3 × Spring Boot × PostgreSQL</a:t>
            </a:r>
          </a:p>
        </p:txBody>
      </p:sp>
    </p:spTree>
    <p:extLst>
      <p:ext uri="{BB962C8B-B14F-4D97-AF65-F5344CB8AC3E}">
        <p14:creationId xmlns:p14="http://schemas.microsoft.com/office/powerpoint/2010/main" val="996533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FA5AD-061B-45A1-B79D-E0F9845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013A6-42D8-4A43-B153-3E46D426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專案目標與使用者流程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C9766-A0DB-4280-9331-A1E96C8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E9446-5B0B-4584-8C7D-26FC376C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把「次月可排班」變成可控、可追蹤的流程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7A37D-755E-4C4C-83A7-D6E031DE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0C483-2520-41C9-BB67-BB0315C9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EC338-BA90-4847-9BAA-8218AD5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員工登入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DE19D-F4B9-4D08-9C09-1BC6732E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JWT 驗證身份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1BD80-3057-4789-96DB-10B1D34B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861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976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449AF-994B-41CC-9782-E82F89AB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83933-95FA-4721-B340-497BA12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43D23-B812-4B83-B0E2-1B8A5DE3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查看可排日期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6CBFA-02CF-4D36-A521-A6BFA956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週末與國定假日不可排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B6B75-2D39-450E-B894-A06CEF78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861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976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B7AE6-C589-422C-8F6D-FC90231F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D11BB-699F-4028-A849-DA890695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EC6D5-65B3-4FE7-A3EE-89EECB04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提交 6–15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593C1-A7A5-4605-A36B-A32968BC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前端提示、後端再驗證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A0A27-0181-4DF7-8480-4C34EC26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976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4ED3F-FD1A-4FEE-ACA1-64F93AD4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F5C6A-BA45-4948-A694-267DD22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AB8F6-7215-4EC1-AEB7-5AFC6FFE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老闆檢視總覽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DC831-A9F4-476E-BDBE-7E24D7A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月／年統計與排名</a:t>
            </a:r>
          </a:p>
        </p:txBody>
      </p:sp>
    </p:spTree>
    <p:extLst>
      <p:ext uri="{BB962C8B-B14F-4D97-AF65-F5344CB8AC3E}">
        <p14:creationId xmlns:p14="http://schemas.microsoft.com/office/powerpoint/2010/main" val="1991816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335B8-216A-4D16-974C-C9E18BC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C6B23-16FF-4EA0-BB81-D01B77C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整體架構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7D3DE-09A8-4AF1-B385-5617C47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9541A-538A-4865-B623-DF96098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前後端分離，讓畫面、商業規則與資料持久化各自負責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31595-A7FC-4DB5-BB0D-6064680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87401-1A1D-49C1-9D75-AA0544DE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Vue 3 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33B71-FC5E-497D-8490-6C51B7F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TypeScript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Vue Router + Pinia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Axios API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AFF13-75E1-4185-B17A-CCB5CA3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EC7AA-7425-449E-9CF9-232B23C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Spring Boot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4C7C-5798-44EA-912A-7781E2A5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95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Controller / Service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Spring Security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+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FC6C8-F6FB-4DBA-808F-91F56708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34767-4C18-40A7-8699-2E0A162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ADC1E-1322-4DCF-B3DE-326C650F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JPA Repository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Flyway migration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Unique constraints +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7C533-F02F-4C5E-BCD1-EC7DAD78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976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CA6A6-BF1C-494C-B51D-883E2CC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976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0ECDA-22DE-4346-B989-4876834C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6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76D2"/>
                </a:solidFill>
                <a:latin typeface="Aptos"/>
                <a:ea typeface="Aptos"/>
                <a:cs typeface="Aptos"/>
              </a:rPr>
              <a:t>Bearer 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600FB-9EC9-4967-9F87-E8AC597C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6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76D2"/>
                </a:solidFill>
                <a:latin typeface="Aptos"/>
                <a:ea typeface="Aptos"/>
                <a:cs typeface="Aptos"/>
              </a:rPr>
              <a:t>SQL / JPA</a:t>
            </a:r>
          </a:p>
        </p:txBody>
      </p:sp>
    </p:spTree>
    <p:extLst>
      <p:ext uri="{BB962C8B-B14F-4D97-AF65-F5344CB8AC3E}">
        <p14:creationId xmlns:p14="http://schemas.microsoft.com/office/powerpoint/2010/main" val="1244314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250F0-B696-4BDA-895A-344A388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E4B2D-9EAF-4C03-93A8-7329CDFC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核心規則：排班不是單純 CRUD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D3F56-B0F6-47AC-9015-F3ED2E0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287CF-43EC-4199-B985-B49D219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同一個日期最多兩名員工，競態條件要在交易內解決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B627-9A35-4884-A97F-2D94C31B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C6D35-AB80-4E32-91C7-7D40F8A3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提交班表時的後端流程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B81AF-3807-487E-BC42-0ABC5EC4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1  驗證月份與天數範圍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2  檢查 calendar_days 是否可排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3  以交易鎖定並計算當日人數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4  通過才寫入 schedule_entries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F0FD6-C5AE-4EB5-97D4-9671ACE5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25C7A-D03D-4901-976C-046DF3C0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資料庫保護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22446-9D4D-459B-A77E-836BD428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UNIQUE(employee_id, work_date)</a:t>
            </a:r>
          </a:p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避免同一員工重複排同一天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idx_schedule_work_date</a:t>
            </a:r>
          </a:p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加速月曆與統計查詢</a:t>
            </a:r>
          </a:p>
        </p:txBody>
      </p:sp>
    </p:spTree>
    <p:extLst>
      <p:ext uri="{BB962C8B-B14F-4D97-AF65-F5344CB8AC3E}">
        <p14:creationId xmlns:p14="http://schemas.microsoft.com/office/powerpoint/2010/main" val="218075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1F307-8131-43DC-9769-0D2B952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D78EB-C1C4-4651-984E-E10EF67B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權限與狀態管理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53BF0-63D8-496C-A407-1B865E7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B147E-F664-4C27-86E4-9D1F20B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JWT + Route Guard 形成兩層保護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D8726-D167-4B40-BD95-AE9153FA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095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583BA-FDF6-4593-BCCB-A3149BA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前端：導航層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3B35C-9E66-4E0B-A1C3-2681F0B1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記憶體保存 access token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HttpOnly cookie 保存 refresh token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router.beforeEach 先 initialize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OWNER → /dashboard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EMPLOYEE → /schedule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060B5-DF2B-4260-B010-733367F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95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B1A86-23C0-4FBC-8F9D-1B040DC9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後端：API 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7E501-166F-4727-AA2E-BFB217B7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Spring Security 驗證 JWT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refresh token rotation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角色限制員工與老闆 API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ApiExceptionHandler 統一錯誤格式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DB09E-E740-48C4-961C-22A6B7F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D0724-602E-4557-87B2-2B9FE61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不能只相信前端</a:t>
            </a:r>
          </a:p>
        </p:txBody>
      </p:sp>
    </p:spTree>
    <p:extLst>
      <p:ext uri="{BB962C8B-B14F-4D97-AF65-F5344CB8AC3E}">
        <p14:creationId xmlns:p14="http://schemas.microsoft.com/office/powerpoint/2010/main" val="498217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9A343-AB95-423B-9B57-E64DBE9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29E5-B890-428D-A756-FBAA277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國定假日與資料生命週期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C7F04-5984-46CF-87B2-0A260FFB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748C-D156-48FA-9CD8-B3C4B83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把外部日曆資料轉成內部可查詢的規則資料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73C34-4683-4763-812D-8FBFAAA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AA928-1457-461B-9612-BD30722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外部來源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6E754-83B3-40FD-9146-F607B1A0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NtpcHolidayClient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32FBA-92CB-49D2-A223-A3D76A46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取得假日資料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45246-EC83-44E7-BCE1-6E85286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01526-776A-4D9B-BAAB-25B34A86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84EBA-94A0-45DA-B1B5-31C93DC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初始化 / 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DE0F-418E-475D-B905-25E06AF8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HolidayCalendarInitializer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D830F-1B91-4ACD-8FE0-D28B45C3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寫入 calendar_days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EFD3B-0EBE-4442-AB5B-0BC282B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3EAA1-CBE8-4836-9778-FC0B058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E5929-429B-4B72-B5CD-018EAB0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業務判斷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65B69-F36B-45BB-B475-3C837E7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ScheduleService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DDF6F-C56C-430A-B44D-57B72C07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依 schedulable 擋排班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8EA57-30EC-4A35-9598-C556292B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290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76D34-BCB4-4B8E-9E92-0FA6F167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A51F3-9A66-42DA-A148-2714E83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畫面呈現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32A38-9F85-4078-9F59-58AEDE06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ScheduleView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971ED-4BEC-430A-972E-1F759FD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顯示假日名稱與狀態</a:t>
            </a:r>
          </a:p>
        </p:txBody>
      </p:sp>
    </p:spTree>
    <p:extLst>
      <p:ext uri="{BB962C8B-B14F-4D97-AF65-F5344CB8AC3E}">
        <p14:creationId xmlns:p14="http://schemas.microsoft.com/office/powerpoint/2010/main" val="1765738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35462-59C2-4416-987F-972176C9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CAB72-E8D9-43AE-8940-5814066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測試與可維護性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1AF32-4AC3-4A30-9AE7-1D398E3C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A5AB9-A7A8-41C9-B734-CFADB340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測試覆蓋最容易出錯的規則，而不是只測 happy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3D95-2140-48E9-9D88-3CAEBE4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9A44-90AD-445B-A2A6-19D26929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後端單元測試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76B4F-F3AC-45DB-A1DB-A01F96E9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ScheduleServiceTest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涵蓋天數範圍、假日、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容量與重複排班規則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C082F-D043-4827-BE36-A69BD7D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4E2CF-4396-4334-8E50-C793F843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Controller 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5E266-9180-4D3D-8B6E-4EC6DA4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OwnerReportControllerTest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驗證查詢結果與角色邊界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A4D08-21F2-42FE-A4A3-F9B46F0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95BAD-DFA6-41EF-8581-1711E3FE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建置驗證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7F8E9-D649-4D49-B3FE-1FCF37B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Vue type-check + Vite build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Maven test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Flyway migration 可重現</a:t>
            </a:r>
          </a:p>
        </p:txBody>
      </p:sp>
    </p:spTree>
    <p:extLst>
      <p:ext uri="{BB962C8B-B14F-4D97-AF65-F5344CB8AC3E}">
        <p14:creationId xmlns:p14="http://schemas.microsoft.com/office/powerpoint/2010/main" val="567974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271E8-2468-4E31-9085-5852FD4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0F38A-A913-46F6-BFC6-6514B87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面試總結：我在這個專案展示的能力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78CDF-21F5-402B-92C4-1D175E7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8A663-FAFC-47C1-AA34-10EBFCA3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從需求拆解，到一致性、安全性與可維護性的完整思考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DC3A9-FF1B-4757-A519-6A0848D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架構設計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44F80-EF2A-453B-8EBD-7D9CC01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E13F9-615A-44C6-9584-AF0B8F9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前後端分離，責任清楚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76E94-B9C2-410D-9072-5A5F90E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資料一致性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89A7E-50AA-4E45-BE49-09714F6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305D1-8EB8-4E30-820F-77EE3FDB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交易鎖、unique constraint、index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8F520-E0A1-446A-87EF-16FA2759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安全性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11A1F-F463-462C-96F7-DB48DCC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766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33845-52F6-489F-A245-364EFC0C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JWT、HttpOnly cookie、token rotation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F2CB3-538A-463A-8A33-D0A41924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工程品質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DC07B-251D-4F0E-8EF5-E597163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68918-81AC-4306-8A57-1C718F1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910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migration、例外處理、測試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1A3B8-6057-4FAA-8431-57BD1A22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可以延伸的下一步：部署到雲端、加入審核流程、補上 E2E 測試與操作紀錄</a:t>
            </a:r>
          </a:p>
        </p:txBody>
      </p:sp>
    </p:spTree>
    <p:extLst>
      <p:ext uri="{BB962C8B-B14F-4D97-AF65-F5344CB8AC3E}">
        <p14:creationId xmlns:p14="http://schemas.microsoft.com/office/powerpoint/2010/main" val="1968526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2026-09-15T11:54:36.7700000Z</dcterms:created>
  <dcterms:modified xsi:type="dcterms:W3CDTF">2026-09-15T11:54:36.7700000Z</dcterms:modified>
</coreProperties>
</file>